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0"/>
  </p:notesMasterIdLst>
  <p:sldIdLst>
    <p:sldId id="262" r:id="rId3"/>
    <p:sldId id="256" r:id="rId4"/>
    <p:sldId id="257" r:id="rId5"/>
    <p:sldId id="258" r:id="rId6"/>
    <p:sldId id="259" r:id="rId7"/>
    <p:sldId id="260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D5A489-7B85-4C93-AD53-CAA73F5AFDAA}" v="11" dt="2026-07-24T12:43:23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7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우 박" userId="035b2708e666b5cd" providerId="LiveId" clId="{AE9002BD-605A-4DE9-91CA-49DB47A4D24E}"/>
    <pc:docChg chg="undo custSel addSld delSld modSld">
      <pc:chgData name="석우 박" userId="035b2708e666b5cd" providerId="LiveId" clId="{AE9002BD-605A-4DE9-91CA-49DB47A4D24E}" dt="2026-07-24T12:43:36.530" v="510" actId="47"/>
      <pc:docMkLst>
        <pc:docMk/>
      </pc:docMkLst>
      <pc:sldChg chg="addSp delSp modSp mod">
        <pc:chgData name="석우 박" userId="035b2708e666b5cd" providerId="LiveId" clId="{AE9002BD-605A-4DE9-91CA-49DB47A4D24E}" dt="2026-07-24T12:37:01.292" v="65" actId="1035"/>
        <pc:sldMkLst>
          <pc:docMk/>
          <pc:sldMk cId="0" sldId="256"/>
        </pc:sldMkLst>
        <pc:spChg chg="add del">
          <ac:chgData name="석우 박" userId="035b2708e666b5cd" providerId="LiveId" clId="{AE9002BD-605A-4DE9-91CA-49DB47A4D24E}" dt="2026-07-24T12:35:33.715" v="5" actId="478"/>
          <ac:spMkLst>
            <pc:docMk/>
            <pc:sldMk cId="0" sldId="256"/>
            <ac:spMk id="23" creationId="{00000000-0000-0000-0000-000000000000}"/>
          </ac:spMkLst>
        </pc:spChg>
        <pc:spChg chg="add mod">
          <ac:chgData name="석우 박" userId="035b2708e666b5cd" providerId="LiveId" clId="{AE9002BD-605A-4DE9-91CA-49DB47A4D24E}" dt="2026-07-24T12:37:01.292" v="65" actId="1035"/>
          <ac:spMkLst>
            <pc:docMk/>
            <pc:sldMk cId="0" sldId="256"/>
            <ac:spMk id="25" creationId="{B04BC00F-B697-21F9-5BAD-6C1974F8D558}"/>
          </ac:spMkLst>
        </pc:spChg>
        <pc:spChg chg="add mod">
          <ac:chgData name="석우 박" userId="035b2708e666b5cd" providerId="LiveId" clId="{AE9002BD-605A-4DE9-91CA-49DB47A4D24E}" dt="2026-07-24T12:36:57.214" v="62" actId="1035"/>
          <ac:spMkLst>
            <pc:docMk/>
            <pc:sldMk cId="0" sldId="256"/>
            <ac:spMk id="26" creationId="{D2D6B717-C122-59C2-7EC2-AB3D0F06E3BA}"/>
          </ac:spMkLst>
        </pc:spChg>
      </pc:sldChg>
      <pc:sldChg chg="modSp mod">
        <pc:chgData name="석우 박" userId="035b2708e666b5cd" providerId="LiveId" clId="{AE9002BD-605A-4DE9-91CA-49DB47A4D24E}" dt="2026-07-24T12:35:45.413" v="12" actId="20577"/>
        <pc:sldMkLst>
          <pc:docMk/>
          <pc:sldMk cId="0" sldId="258"/>
        </pc:sldMkLst>
        <pc:spChg chg="mod">
          <ac:chgData name="석우 박" userId="035b2708e666b5cd" providerId="LiveId" clId="{AE9002BD-605A-4DE9-91CA-49DB47A4D24E}" dt="2026-07-24T12:35:45.413" v="12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석우 박" userId="035b2708e666b5cd" providerId="LiveId" clId="{AE9002BD-605A-4DE9-91CA-49DB47A4D24E}" dt="2026-07-24T12:35:19.302" v="3" actId="20577"/>
          <ac:spMkLst>
            <pc:docMk/>
            <pc:sldMk cId="0" sldId="258"/>
            <ac:spMk id="18" creationId="{00000000-0000-0000-0000-000000000000}"/>
          </ac:spMkLst>
        </pc:spChg>
      </pc:sldChg>
      <pc:sldChg chg="del">
        <pc:chgData name="석우 박" userId="035b2708e666b5cd" providerId="LiveId" clId="{AE9002BD-605A-4DE9-91CA-49DB47A4D24E}" dt="2026-07-24T12:43:36.530" v="510" actId="47"/>
        <pc:sldMkLst>
          <pc:docMk/>
          <pc:sldMk cId="0" sldId="261"/>
        </pc:sldMkLst>
      </pc:sldChg>
      <pc:sldChg chg="modSp add mod">
        <pc:chgData name="석우 박" userId="035b2708e666b5cd" providerId="LiveId" clId="{AE9002BD-605A-4DE9-91CA-49DB47A4D24E}" dt="2026-07-24T12:34:41.374" v="1" actId="1076"/>
        <pc:sldMkLst>
          <pc:docMk/>
          <pc:sldMk cId="2553977762" sldId="262"/>
        </pc:sldMkLst>
        <pc:spChg chg="mod">
          <ac:chgData name="석우 박" userId="035b2708e666b5cd" providerId="LiveId" clId="{AE9002BD-605A-4DE9-91CA-49DB47A4D24E}" dt="2026-07-24T12:34:41.374" v="1" actId="1076"/>
          <ac:spMkLst>
            <pc:docMk/>
            <pc:sldMk cId="2553977762" sldId="262"/>
            <ac:spMk id="27" creationId="{856C8DFD-4794-46C8-AD55-E3331A6AA96B}"/>
          </ac:spMkLst>
        </pc:spChg>
      </pc:sldChg>
      <pc:sldChg chg="addSp delSp modSp add mod setBg">
        <pc:chgData name="석우 박" userId="035b2708e666b5cd" providerId="LiveId" clId="{AE9002BD-605A-4DE9-91CA-49DB47A4D24E}" dt="2026-07-24T12:43:26.619" v="509" actId="13926"/>
        <pc:sldMkLst>
          <pc:docMk/>
          <pc:sldMk cId="3443763050" sldId="263"/>
        </pc:sldMkLst>
        <pc:spChg chg="add del">
          <ac:chgData name="석우 박" userId="035b2708e666b5cd" providerId="LiveId" clId="{AE9002BD-605A-4DE9-91CA-49DB47A4D24E}" dt="2026-07-24T12:37:29.790" v="73" actId="478"/>
          <ac:spMkLst>
            <pc:docMk/>
            <pc:sldMk cId="3443763050" sldId="263"/>
            <ac:spMk id="2" creationId="{22993731-2017-D430-8DC3-FB2FA7A5B6FB}"/>
          </ac:spMkLst>
        </pc:spChg>
        <pc:spChg chg="add del mod">
          <ac:chgData name="석우 박" userId="035b2708e666b5cd" providerId="LiveId" clId="{AE9002BD-605A-4DE9-91CA-49DB47A4D24E}" dt="2026-07-24T12:37:29.790" v="73" actId="478"/>
          <ac:spMkLst>
            <pc:docMk/>
            <pc:sldMk cId="3443763050" sldId="263"/>
            <ac:spMk id="3" creationId="{6A6C548A-C023-35C4-570F-751D08D8ED22}"/>
          </ac:spMkLst>
        </pc:spChg>
        <pc:spChg chg="mod">
          <ac:chgData name="석우 박" userId="035b2708e666b5cd" providerId="LiveId" clId="{AE9002BD-605A-4DE9-91CA-49DB47A4D24E}" dt="2026-07-24T12:37:27.606" v="72" actId="1076"/>
          <ac:spMkLst>
            <pc:docMk/>
            <pc:sldMk cId="3443763050" sldId="263"/>
            <ac:spMk id="4" creationId="{6768FFE2-9FCD-EA76-2544-26D45DE03226}"/>
          </ac:spMkLst>
        </pc:spChg>
        <pc:spChg chg="del">
          <ac:chgData name="석우 박" userId="035b2708e666b5cd" providerId="LiveId" clId="{AE9002BD-605A-4DE9-91CA-49DB47A4D24E}" dt="2026-07-24T12:37:25.082" v="71" actId="478"/>
          <ac:spMkLst>
            <pc:docMk/>
            <pc:sldMk cId="3443763050" sldId="263"/>
            <ac:spMk id="5" creationId="{FAFD029D-B5A8-5D23-0B7D-FF4B1B5365A7}"/>
          </ac:spMkLst>
        </pc:spChg>
        <pc:spChg chg="del">
          <ac:chgData name="석우 박" userId="035b2708e666b5cd" providerId="LiveId" clId="{AE9002BD-605A-4DE9-91CA-49DB47A4D24E}" dt="2026-07-24T12:37:31.279" v="74" actId="478"/>
          <ac:spMkLst>
            <pc:docMk/>
            <pc:sldMk cId="3443763050" sldId="263"/>
            <ac:spMk id="10" creationId="{3872B823-0EFF-0439-85F9-C93A42960D5C}"/>
          </ac:spMkLst>
        </pc:spChg>
        <pc:spChg chg="del">
          <ac:chgData name="석우 박" userId="035b2708e666b5cd" providerId="LiveId" clId="{AE9002BD-605A-4DE9-91CA-49DB47A4D24E}" dt="2026-07-24T12:37:31.279" v="74" actId="478"/>
          <ac:spMkLst>
            <pc:docMk/>
            <pc:sldMk cId="3443763050" sldId="263"/>
            <ac:spMk id="11" creationId="{EBED5D86-63A2-21C8-2EAB-0D525EE827F4}"/>
          </ac:spMkLst>
        </pc:spChg>
        <pc:spChg chg="del">
          <ac:chgData name="석우 박" userId="035b2708e666b5cd" providerId="LiveId" clId="{AE9002BD-605A-4DE9-91CA-49DB47A4D24E}" dt="2026-07-24T12:37:31.279" v="74" actId="478"/>
          <ac:spMkLst>
            <pc:docMk/>
            <pc:sldMk cId="3443763050" sldId="263"/>
            <ac:spMk id="13" creationId="{A0901A19-B700-B79F-32A3-FF9578113FCC}"/>
          </ac:spMkLst>
        </pc:spChg>
        <pc:spChg chg="del">
          <ac:chgData name="석우 박" userId="035b2708e666b5cd" providerId="LiveId" clId="{AE9002BD-605A-4DE9-91CA-49DB47A4D24E}" dt="2026-07-24T12:37:31.279" v="74" actId="478"/>
          <ac:spMkLst>
            <pc:docMk/>
            <pc:sldMk cId="3443763050" sldId="263"/>
            <ac:spMk id="17" creationId="{56A01056-DF45-6BAD-090A-A677DC8C057F}"/>
          </ac:spMkLst>
        </pc:spChg>
        <pc:spChg chg="del">
          <ac:chgData name="석우 박" userId="035b2708e666b5cd" providerId="LiveId" clId="{AE9002BD-605A-4DE9-91CA-49DB47A4D24E}" dt="2026-07-24T12:37:31.279" v="74" actId="478"/>
          <ac:spMkLst>
            <pc:docMk/>
            <pc:sldMk cId="3443763050" sldId="263"/>
            <ac:spMk id="19" creationId="{8347D405-1AEB-3E70-666D-BF3F5CD99A8F}"/>
          </ac:spMkLst>
        </pc:spChg>
        <pc:spChg chg="del">
          <ac:chgData name="석우 박" userId="035b2708e666b5cd" providerId="LiveId" clId="{AE9002BD-605A-4DE9-91CA-49DB47A4D24E}" dt="2026-07-24T12:37:31.279" v="74" actId="478"/>
          <ac:spMkLst>
            <pc:docMk/>
            <pc:sldMk cId="3443763050" sldId="263"/>
            <ac:spMk id="20" creationId="{774DAE98-128A-BE73-82F3-84F2A15DFCC4}"/>
          </ac:spMkLst>
        </pc:spChg>
        <pc:spChg chg="del">
          <ac:chgData name="석우 박" userId="035b2708e666b5cd" providerId="LiveId" clId="{AE9002BD-605A-4DE9-91CA-49DB47A4D24E}" dt="2026-07-24T12:37:31.279" v="74" actId="478"/>
          <ac:spMkLst>
            <pc:docMk/>
            <pc:sldMk cId="3443763050" sldId="263"/>
            <ac:spMk id="24" creationId="{E5F8BA00-D560-228D-16B0-5F59ABA0C309}"/>
          </ac:spMkLst>
        </pc:spChg>
        <pc:spChg chg="del">
          <ac:chgData name="석우 박" userId="035b2708e666b5cd" providerId="LiveId" clId="{AE9002BD-605A-4DE9-91CA-49DB47A4D24E}" dt="2026-07-24T12:37:31.279" v="74" actId="478"/>
          <ac:spMkLst>
            <pc:docMk/>
            <pc:sldMk cId="3443763050" sldId="263"/>
            <ac:spMk id="25" creationId="{C20B41CA-AB73-48C3-3BA1-6E0DB8038716}"/>
          </ac:spMkLst>
        </pc:spChg>
        <pc:spChg chg="del">
          <ac:chgData name="석우 박" userId="035b2708e666b5cd" providerId="LiveId" clId="{AE9002BD-605A-4DE9-91CA-49DB47A4D24E}" dt="2026-07-24T12:37:31.279" v="74" actId="478"/>
          <ac:spMkLst>
            <pc:docMk/>
            <pc:sldMk cId="3443763050" sldId="263"/>
            <ac:spMk id="26" creationId="{D2296BC4-364C-7437-78CC-9C507F1F4C3E}"/>
          </ac:spMkLst>
        </pc:spChg>
        <pc:spChg chg="del">
          <ac:chgData name="석우 박" userId="035b2708e666b5cd" providerId="LiveId" clId="{AE9002BD-605A-4DE9-91CA-49DB47A4D24E}" dt="2026-07-24T12:37:31.279" v="74" actId="478"/>
          <ac:spMkLst>
            <pc:docMk/>
            <pc:sldMk cId="3443763050" sldId="263"/>
            <ac:spMk id="32" creationId="{82152184-5EDC-A930-15AC-43F6F16B69E0}"/>
          </ac:spMkLst>
        </pc:spChg>
        <pc:spChg chg="add del mod">
          <ac:chgData name="석우 박" userId="035b2708e666b5cd" providerId="LiveId" clId="{AE9002BD-605A-4DE9-91CA-49DB47A4D24E}" dt="2026-07-24T12:41:20.844" v="296" actId="478"/>
          <ac:spMkLst>
            <pc:docMk/>
            <pc:sldMk cId="3443763050" sldId="263"/>
            <ac:spMk id="39" creationId="{28D94DE3-AC35-9A55-4734-381207193AB8}"/>
          </ac:spMkLst>
        </pc:spChg>
        <pc:spChg chg="add del mod">
          <ac:chgData name="석우 박" userId="035b2708e666b5cd" providerId="LiveId" clId="{AE9002BD-605A-4DE9-91CA-49DB47A4D24E}" dt="2026-07-24T12:38:10.789" v="142" actId="478"/>
          <ac:spMkLst>
            <pc:docMk/>
            <pc:sldMk cId="3443763050" sldId="263"/>
            <ac:spMk id="41" creationId="{07CC2203-5061-6612-7FF2-377D829194F0}"/>
          </ac:spMkLst>
        </pc:spChg>
        <pc:spChg chg="add del">
          <ac:chgData name="석우 박" userId="035b2708e666b5cd" providerId="LiveId" clId="{AE9002BD-605A-4DE9-91CA-49DB47A4D24E}" dt="2026-07-24T12:38:09.897" v="141" actId="22"/>
          <ac:spMkLst>
            <pc:docMk/>
            <pc:sldMk cId="3443763050" sldId="263"/>
            <ac:spMk id="43" creationId="{6E9669EC-529C-C323-1EF9-BB096B142245}"/>
          </ac:spMkLst>
        </pc:spChg>
        <pc:spChg chg="add del">
          <ac:chgData name="석우 박" userId="035b2708e666b5cd" providerId="LiveId" clId="{AE9002BD-605A-4DE9-91CA-49DB47A4D24E}" dt="2026-07-24T12:38:09.897" v="141" actId="22"/>
          <ac:spMkLst>
            <pc:docMk/>
            <pc:sldMk cId="3443763050" sldId="263"/>
            <ac:spMk id="45" creationId="{ADA960E0-2B65-37FC-5894-52AB39AEAF9F}"/>
          </ac:spMkLst>
        </pc:spChg>
        <pc:spChg chg="add del">
          <ac:chgData name="석우 박" userId="035b2708e666b5cd" providerId="LiveId" clId="{AE9002BD-605A-4DE9-91CA-49DB47A4D24E}" dt="2026-07-24T12:38:09.897" v="141" actId="22"/>
          <ac:spMkLst>
            <pc:docMk/>
            <pc:sldMk cId="3443763050" sldId="263"/>
            <ac:spMk id="47" creationId="{D33709AC-204D-A33A-AF59-617BA30E2B87}"/>
          </ac:spMkLst>
        </pc:spChg>
        <pc:spChg chg="add del">
          <ac:chgData name="석우 박" userId="035b2708e666b5cd" providerId="LiveId" clId="{AE9002BD-605A-4DE9-91CA-49DB47A4D24E}" dt="2026-07-24T12:38:09.897" v="141" actId="22"/>
          <ac:spMkLst>
            <pc:docMk/>
            <pc:sldMk cId="3443763050" sldId="263"/>
            <ac:spMk id="49" creationId="{829C809F-A744-8E69-2734-9CAE71C3063D}"/>
          </ac:spMkLst>
        </pc:spChg>
        <pc:spChg chg="add">
          <ac:chgData name="석우 박" userId="035b2708e666b5cd" providerId="LiveId" clId="{AE9002BD-605A-4DE9-91CA-49DB47A4D24E}" dt="2026-07-24T12:38:10.976" v="143" actId="22"/>
          <ac:spMkLst>
            <pc:docMk/>
            <pc:sldMk cId="3443763050" sldId="263"/>
            <ac:spMk id="51" creationId="{1CB59E03-D022-9C7F-741D-39F1C4F43EC2}"/>
          </ac:spMkLst>
        </pc:spChg>
        <pc:spChg chg="add mod">
          <ac:chgData name="석우 박" userId="035b2708e666b5cd" providerId="LiveId" clId="{AE9002BD-605A-4DE9-91CA-49DB47A4D24E}" dt="2026-07-24T12:38:12.329" v="145" actId="20577"/>
          <ac:spMkLst>
            <pc:docMk/>
            <pc:sldMk cId="3443763050" sldId="263"/>
            <ac:spMk id="53" creationId="{71BDD919-2054-541D-C5B5-AE32D8765B7F}"/>
          </ac:spMkLst>
        </pc:spChg>
        <pc:spChg chg="add mod">
          <ac:chgData name="석우 박" userId="035b2708e666b5cd" providerId="LiveId" clId="{AE9002BD-605A-4DE9-91CA-49DB47A4D24E}" dt="2026-07-24T12:38:20.108" v="177" actId="1076"/>
          <ac:spMkLst>
            <pc:docMk/>
            <pc:sldMk cId="3443763050" sldId="263"/>
            <ac:spMk id="55" creationId="{D49DDAA4-BA8C-D63F-3C2A-89AA852EF19D}"/>
          </ac:spMkLst>
        </pc:spChg>
        <pc:spChg chg="add del">
          <ac:chgData name="석우 박" userId="035b2708e666b5cd" providerId="LiveId" clId="{AE9002BD-605A-4DE9-91CA-49DB47A4D24E}" dt="2026-07-24T12:38:17.920" v="176" actId="478"/>
          <ac:spMkLst>
            <pc:docMk/>
            <pc:sldMk cId="3443763050" sldId="263"/>
            <ac:spMk id="57" creationId="{F604ABCA-C42F-926B-66AA-74B0CFC8DEAF}"/>
          </ac:spMkLst>
        </pc:spChg>
        <pc:spChg chg="add del mod">
          <ac:chgData name="석우 박" userId="035b2708e666b5cd" providerId="LiveId" clId="{AE9002BD-605A-4DE9-91CA-49DB47A4D24E}" dt="2026-07-24T12:41:20.844" v="296" actId="478"/>
          <ac:spMkLst>
            <pc:docMk/>
            <pc:sldMk cId="3443763050" sldId="263"/>
            <ac:spMk id="58" creationId="{F565ABE2-830E-E904-D145-6C2E57CC32D0}"/>
          </ac:spMkLst>
        </pc:spChg>
        <pc:spChg chg="add del mod">
          <ac:chgData name="석우 박" userId="035b2708e666b5cd" providerId="LiveId" clId="{AE9002BD-605A-4DE9-91CA-49DB47A4D24E}" dt="2026-07-24T12:41:20.844" v="296" actId="478"/>
          <ac:spMkLst>
            <pc:docMk/>
            <pc:sldMk cId="3443763050" sldId="263"/>
            <ac:spMk id="59" creationId="{8AAA41F5-3368-A661-E0C7-A9C20F134844}"/>
          </ac:spMkLst>
        </pc:spChg>
        <pc:spChg chg="add del mod">
          <ac:chgData name="석우 박" userId="035b2708e666b5cd" providerId="LiveId" clId="{AE9002BD-605A-4DE9-91CA-49DB47A4D24E}" dt="2026-07-24T12:41:20.844" v="296" actId="478"/>
          <ac:spMkLst>
            <pc:docMk/>
            <pc:sldMk cId="3443763050" sldId="263"/>
            <ac:spMk id="60" creationId="{50BEE30C-C02A-A411-82E1-F36A247C3AE6}"/>
          </ac:spMkLst>
        </pc:spChg>
        <pc:spChg chg="add del mod">
          <ac:chgData name="석우 박" userId="035b2708e666b5cd" providerId="LiveId" clId="{AE9002BD-605A-4DE9-91CA-49DB47A4D24E}" dt="2026-07-24T12:41:20.844" v="296" actId="478"/>
          <ac:spMkLst>
            <pc:docMk/>
            <pc:sldMk cId="3443763050" sldId="263"/>
            <ac:spMk id="61" creationId="{FE4469B3-3411-F660-1FEC-9B7972172A5E}"/>
          </ac:spMkLst>
        </pc:spChg>
        <pc:spChg chg="add del mod">
          <ac:chgData name="석우 박" userId="035b2708e666b5cd" providerId="LiveId" clId="{AE9002BD-605A-4DE9-91CA-49DB47A4D24E}" dt="2026-07-24T12:41:20.844" v="296" actId="478"/>
          <ac:spMkLst>
            <pc:docMk/>
            <pc:sldMk cId="3443763050" sldId="263"/>
            <ac:spMk id="62" creationId="{B29ED4E8-DC47-7F8B-4FA7-D19B8CD6772E}"/>
          </ac:spMkLst>
        </pc:spChg>
        <pc:spChg chg="add mod">
          <ac:chgData name="석우 박" userId="035b2708e666b5cd" providerId="LiveId" clId="{AE9002BD-605A-4DE9-91CA-49DB47A4D24E}" dt="2026-07-24T12:42:54.406" v="381" actId="1076"/>
          <ac:spMkLst>
            <pc:docMk/>
            <pc:sldMk cId="3443763050" sldId="263"/>
            <ac:spMk id="64" creationId="{CEDC3CDE-8799-D91D-F436-C42678D940F2}"/>
          </ac:spMkLst>
        </pc:spChg>
        <pc:spChg chg="add mod">
          <ac:chgData name="석우 박" userId="035b2708e666b5cd" providerId="LiveId" clId="{AE9002BD-605A-4DE9-91CA-49DB47A4D24E}" dt="2026-07-24T12:43:26.619" v="509" actId="13926"/>
          <ac:spMkLst>
            <pc:docMk/>
            <pc:sldMk cId="3443763050" sldId="263"/>
            <ac:spMk id="65" creationId="{05A3B242-B5DA-8CD2-612A-8EC8A4EEC6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723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AC61F-8F85-0D22-2173-5615F721F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FABDA-31F2-495A-5020-6310E8A9A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630ED-E60E-51EF-5041-8C531D59B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80F5-1680-A87A-BAF5-A01B8DE0A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84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167A5-8E19-4287-A5A5-182C23939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868C66-BDC6-425C-A64E-07F512B20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D9C98E-9C04-42A3-8E96-7AB92EDA8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2821DD-D63F-4DFC-9ED4-A2773BA0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3174C-CB5B-4ED4-8A12-E5DAD46A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651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21427-D1CC-4F36-9253-E35C17E0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36A4A-801D-478A-82BF-5532E5456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03F5E-B49D-42DB-AB18-D00419D1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E570E1-79D9-4BDD-A0EB-F7240CFE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4A56D-3608-4C62-BD94-91666C01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916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04B5B-F879-4648-8183-CD41F248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59DDCA-97E0-4977-A58C-763C2EF3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D07FA0-4E73-4316-8316-C5CADDB0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0F629-5296-4627-AF22-9B8F5C40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5B7D9-FF22-40F1-AEDC-8EDF4E22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259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9BFF0-6377-44CD-B38E-DFC1BC1A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CE942C-EC7B-4E8D-93E9-E74C43DD7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36F9B1-9E59-4227-ABD6-B5237A43C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A54C25-C162-4E36-8B99-850EB58C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ADAE05-274B-4849-8970-87980862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6BB29B-E888-41FD-86FA-E7327D2B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14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58573-97B6-4145-BA8F-B5A2E9A9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B74BFD-7E1C-4F33-943D-C3EF1FCF6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2D9117-E11C-447F-B189-EFCEA0D8F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38D753-3F11-4161-B7C2-7AB4DB2AA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49279-6350-4888-BDEE-E23965273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6ED4DB-473D-450C-AFE0-B2C2EE760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0E21D3-C708-4B9E-B4EE-22B72F30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0B3CF6-3FA4-4249-A2DE-C2DA9C62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34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727B2-4DCA-44ED-BA8E-5DD413A7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0267B0-613C-4775-8C6D-40534439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B99756-F6A6-44B4-B2A7-116A5387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0E2FA5-2ABB-40E0-A163-7960945F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179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875976-181E-47FF-8AB2-4228C837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BDE05F-765F-4756-8827-94BB5DF1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B7A9B6-360E-45BD-A13A-0DC4AF56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25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7125B-EA7E-427B-9ACD-900D19AB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DC384-0088-48E5-BF10-0154C289E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306238-E145-4F91-A323-2C9F0E2E6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32E768-95E2-49A0-8C57-D71AD807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BF6A07-CFBE-47CA-9B7C-C6A145BE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0326C8-48BA-4C6B-85C8-FD51E007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46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F28A8-0EF6-4E5D-9CB7-753067033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E72328-9FEB-4F00-BF48-708B43DD4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CCC943-29AE-4146-A364-35A4A5CEC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B4FF9A-CFF6-4E26-A086-7BDFAC6A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16D5EA-4650-434D-BA45-8C4E955B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DF890F-E5FC-44B3-B340-4B95E642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081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AC389-A145-4EAC-91FD-8BE4CC63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23409C-A9AD-4092-BB31-C70684CB9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746BC-2987-4C18-AE11-C303E956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6167C-7967-42F2-9F7A-8B4254B2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739B12-0C32-480C-B698-DD1EE790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334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0615DA-21BA-46CC-AEEC-38AB4AB1E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FF0AB8-28CC-4AF2-82FF-10B3BDCDA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54B39D-3F26-4AD3-AC98-F42E615E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194A13-5F6A-4E47-9667-4FF1B188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D8CA7-8190-46A8-913E-C495BB01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582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3F36F0-33A4-4F3F-AD9C-E3E73E126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B2653-5E91-4E6E-856F-5AA3BE78F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C091DC-E192-492F-8E05-1D2DDCD14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B74E3-1C4A-42D3-837B-4AE68FB7ECC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BDB150-05E8-4B8A-BA6B-3C935DD4D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58D1F-63FA-4869-A786-85CF05F64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80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21CA1DC-F86E-4894-A15D-0CEE6085916A}"/>
              </a:ext>
            </a:extLst>
          </p:cNvPr>
          <p:cNvCxnSpPr>
            <a:cxnSpLocks/>
          </p:cNvCxnSpPr>
          <p:nvPr/>
        </p:nvCxnSpPr>
        <p:spPr>
          <a:xfrm>
            <a:off x="1495470" y="1728694"/>
            <a:ext cx="920106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CF87FA4-E2ED-40E1-9007-87B65445E373}"/>
              </a:ext>
            </a:extLst>
          </p:cNvPr>
          <p:cNvSpPr/>
          <p:nvPr/>
        </p:nvSpPr>
        <p:spPr>
          <a:xfrm>
            <a:off x="3520633" y="1411390"/>
            <a:ext cx="5104435" cy="636607"/>
          </a:xfrm>
          <a:prstGeom prst="roundRect">
            <a:avLst>
              <a:gd name="adj" fmla="val 50000"/>
            </a:avLst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바이브코딩대학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AX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컨설턴트 양성과정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837554-332A-44AC-B111-3FEE5B90982D}"/>
              </a:ext>
            </a:extLst>
          </p:cNvPr>
          <p:cNvSpPr txBox="1"/>
          <p:nvPr/>
        </p:nvSpPr>
        <p:spPr>
          <a:xfrm>
            <a:off x="4142289" y="5277333"/>
            <a:ext cx="39074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2523B"/>
                </a:solidFill>
                <a:effectLst/>
                <a:uLnTx/>
                <a:uFillTx/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LG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523B"/>
                </a:solidFill>
                <a:effectLst/>
                <a:uLnTx/>
                <a:uFillTx/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전자 박석우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6C8DFD-4794-46C8-AD55-E3331A6AA96B}"/>
              </a:ext>
            </a:extLst>
          </p:cNvPr>
          <p:cNvSpPr txBox="1"/>
          <p:nvPr/>
        </p:nvSpPr>
        <p:spPr>
          <a:xfrm>
            <a:off x="2017244" y="2899827"/>
            <a:ext cx="81112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22523B"/>
                </a:solidFill>
                <a:effectLst/>
                <a:uLnTx/>
                <a:uFillTx/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면접 일정 자동생성 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22523B"/>
                </a:solidFill>
                <a:effectLst/>
                <a:uLnTx/>
                <a:uFillTx/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AI Agent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22523B"/>
                </a:solidFill>
                <a:effectLst/>
                <a:uLnTx/>
                <a:uFillTx/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F994DB5-EF82-4CC8-AF1F-BADF1CB5BA0A}"/>
              </a:ext>
            </a:extLst>
          </p:cNvPr>
          <p:cNvCxnSpPr>
            <a:cxnSpLocks/>
          </p:cNvCxnSpPr>
          <p:nvPr/>
        </p:nvCxnSpPr>
        <p:spPr>
          <a:xfrm>
            <a:off x="1495470" y="4702399"/>
            <a:ext cx="920106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539C8FE8-BA5B-4C12-BAC6-C3EEC0E69C2D}"/>
              </a:ext>
            </a:extLst>
          </p:cNvPr>
          <p:cNvSpPr/>
          <p:nvPr/>
        </p:nvSpPr>
        <p:spPr>
          <a:xfrm rot="10800000">
            <a:off x="5991220" y="4827350"/>
            <a:ext cx="209550" cy="171450"/>
          </a:xfrm>
          <a:prstGeom prst="triangle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AD9CB-CFCE-4095-AB13-CC67CDE22CC6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+mn-cs"/>
              </a:rPr>
              <a:t>YEONDU-UNNIE POWERPOINT PRESENTATION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397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업무의 목적과 담당 부서·담당자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98448" y="8961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위해, 누가 이 업무를 수행하는가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3093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업무의 목적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면접을 위해 지원자와 면접위원(조직 담당자)을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요일·시간대별로 배정하여, 공정하고 효율적인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면접 일정을 수립하는 것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5806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/ 석·박사 간 실력 편중이 발생하지 않도록 요일을 분산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팀(담당)이 같은 시간대에 중복 배정되지 않도록 조정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팀은 세로로 연속 배치해 Webex 입·퇴장 반복 최소화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오전·오후 첫 타임은 지각 위험을 고려해 수요 적은 조부터 배치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086600" y="1417320"/>
            <a:ext cx="4553712" cy="3703320"/>
          </a:xfrm>
          <a:prstGeom prst="roundRect">
            <a:avLst>
              <a:gd name="adj" fmla="val 1975"/>
            </a:avLst>
          </a:prstGeom>
          <a:solidFill>
            <a:srgbClr val="22523B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60920" y="1691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· 담당자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2240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2E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54380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1BF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43800" y="261518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HR (인사) · 채용팀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60920" y="32918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2E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543800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1BF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담당자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43800" y="36667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HR 간사 1~2명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60920" y="4370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1BF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대상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60920" y="462686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지원 직무의 면접 조직 · 면접위원 담당자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85232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AF1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2960" y="5285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r>
              <a:rPr lang="en-US" sz="1200" dirty="0">
                <a:solidFill>
                  <a:srgbClr val="2E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현재는 HR 간사의 수작업과 각 조직과의 반복 커뮤니케이션에 전적으로 의존 — 담당자 역량·경험에 따라 품질과 소요시간이 크게 좌우됨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HR 면접일정 자동생성 AI Agent  ·  현행 업무 진단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1BF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B04BC00F-B697-21F9-5BAD-6C1974F8D558}"/>
              </a:ext>
            </a:extLst>
          </p:cNvPr>
          <p:cNvSpPr/>
          <p:nvPr/>
        </p:nvSpPr>
        <p:spPr>
          <a:xfrm>
            <a:off x="5486400" y="3348301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1450" b="1" dirty="0">
                <a:solidFill>
                  <a:srgbClr val="FF0000"/>
                </a:solidFill>
                <a:highlight>
                  <a:srgbClr val="FFFF00"/>
                </a:highlight>
                <a:latin typeface="맑은 고딕" pitchFamily="34" charset="0"/>
                <a:ea typeface="맑은 고딕" pitchFamily="34" charset="-122"/>
              </a:rPr>
              <a:t>중요 </a:t>
            </a:r>
            <a:r>
              <a:rPr lang="en-US" altLang="ko-KR" sz="1450" b="1" dirty="0">
                <a:solidFill>
                  <a:srgbClr val="FF0000"/>
                </a:solidFill>
                <a:highlight>
                  <a:srgbClr val="FFFF00"/>
                </a:highlight>
                <a:latin typeface="맑은 고딕" pitchFamily="34" charset="0"/>
                <a:ea typeface="맑은 고딕" pitchFamily="34" charset="-122"/>
              </a:rPr>
              <a:t>Point</a:t>
            </a:r>
            <a:endParaRPr lang="en-US" sz="145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6" name="오른쪽 중괄호 25">
            <a:extLst>
              <a:ext uri="{FF2B5EF4-FFF2-40B4-BE49-F238E27FC236}">
                <a16:creationId xmlns:a16="http://schemas.microsoft.com/office/drawing/2014/main" id="{D2D6B717-C122-59C2-7EC2-AB3D0F06E3BA}"/>
              </a:ext>
            </a:extLst>
          </p:cNvPr>
          <p:cNvSpPr/>
          <p:nvPr/>
        </p:nvSpPr>
        <p:spPr>
          <a:xfrm>
            <a:off x="5363029" y="3330885"/>
            <a:ext cx="77651" cy="96012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진행 순서와 각 단계에서 사용하는 도구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98448" y="8961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 정리에서 최종 일정 분배까지 5단계 수작업 프로세스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15184" y="3063240"/>
            <a:ext cx="203454" cy="457200"/>
          </a:xfrm>
          <a:prstGeom prst="rightArrow">
            <a:avLst/>
          </a:prstGeom>
          <a:solidFill>
            <a:srgbClr val="A1BF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207008" y="2176272"/>
            <a:ext cx="768096" cy="768096"/>
          </a:xfrm>
          <a:prstGeom prst="ellipse">
            <a:avLst/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207008" y="21762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309067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 엑셀 정리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 명단을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엑셀로 정리·가공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462272"/>
            <a:ext cx="1627632" cy="438912"/>
          </a:xfrm>
          <a:prstGeom prst="roundRect">
            <a:avLst>
              <a:gd name="adj" fmla="val 45833"/>
            </a:avLst>
          </a:prstGeom>
          <a:solidFill>
            <a:srgbClr val="EAF1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446227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66894" y="3063240"/>
            <a:ext cx="203454" cy="457200"/>
          </a:xfrm>
          <a:prstGeom prst="rightArrow">
            <a:avLst/>
          </a:prstGeom>
          <a:solidFill>
            <a:srgbClr val="A1BF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800350" y="192024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458718" y="2176272"/>
            <a:ext cx="768096" cy="768096"/>
          </a:xfrm>
          <a:prstGeom prst="ellipse">
            <a:avLst/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458718" y="21762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891790" y="309067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조직에 전달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91790" y="361188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정리된 명단을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면접 조직에 배포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28950" y="4462272"/>
            <a:ext cx="1627632" cy="438912"/>
          </a:xfrm>
          <a:prstGeom prst="roundRect">
            <a:avLst>
              <a:gd name="adj" fmla="val 45833"/>
            </a:avLst>
          </a:prstGeom>
          <a:solidFill>
            <a:srgbClr val="EAF1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028950" y="446227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Email · 사내 메신저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18604" y="3063240"/>
            <a:ext cx="203454" cy="457200"/>
          </a:xfrm>
          <a:prstGeom prst="rightArrow">
            <a:avLst/>
          </a:prstGeom>
          <a:solidFill>
            <a:srgbClr val="A1BF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52060" y="192024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710428" y="2176272"/>
            <a:ext cx="768096" cy="768096"/>
          </a:xfrm>
          <a:prstGeom prst="ellipse">
            <a:avLst/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710428" y="21762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143500" y="309067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면접 담당자 선별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43500" y="361188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조직이 면접 희망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담당자를 회신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80660" y="4462272"/>
            <a:ext cx="1627632" cy="438912"/>
          </a:xfrm>
          <a:prstGeom prst="roundRect">
            <a:avLst>
              <a:gd name="adj" fmla="val 45833"/>
            </a:avLst>
          </a:prstGeom>
          <a:solidFill>
            <a:srgbClr val="EAF1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80660" y="446227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회신(Email)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370314" y="3063240"/>
            <a:ext cx="203454" cy="457200"/>
          </a:xfrm>
          <a:prstGeom prst="rightArrow">
            <a:avLst/>
          </a:prstGeom>
          <a:solidFill>
            <a:srgbClr val="A1BF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303770" y="192024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962138" y="2176272"/>
            <a:ext cx="768096" cy="768096"/>
          </a:xfrm>
          <a:prstGeom prst="ellipse">
            <a:avLst/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962138" y="21762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395210" y="309067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희망자 취합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95210" y="361188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조직별 희망자를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엑셀로 취합·정리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32370" y="4462272"/>
            <a:ext cx="1627632" cy="438912"/>
          </a:xfrm>
          <a:prstGeom prst="roundRect">
            <a:avLst>
              <a:gd name="adj" fmla="val 45833"/>
            </a:avLst>
          </a:prstGeom>
          <a:solidFill>
            <a:srgbClr val="EAF1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532370" y="446227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Excel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555480" y="192024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213848" y="2176272"/>
            <a:ext cx="768096" cy="768096"/>
          </a:xfrm>
          <a:prstGeom prst="ellipse">
            <a:avLst/>
          </a:prstGeom>
          <a:solidFill>
            <a:srgbClr val="609E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213848" y="21762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9646920" y="309067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면접 일정 분배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46920" y="361188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고려사항 반영해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조·시간대 배정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784080" y="4462272"/>
            <a:ext cx="1627632" cy="438912"/>
          </a:xfrm>
          <a:prstGeom prst="roundRect">
            <a:avLst>
              <a:gd name="adj" fmla="val 45833"/>
            </a:avLst>
          </a:prstGeom>
          <a:solidFill>
            <a:srgbClr val="EAF1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9784080" y="446227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Excel (수작업)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5440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AF1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822960" y="5440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요약  </a:t>
            </a:r>
            <a:r>
              <a:rPr lang="en-US" sz="1150" dirty="0">
                <a:solidFill>
                  <a:srgbClr val="2E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과정이 Excel 파일과 Email/메신저 커뮤니케이션으로 진행되며, 5단계 배정은 참고 고려사항을 사람이 직접 판단해 수기로 수행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HR 면접일정 자동생성 AI Agent  ·  현행 업무 진단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1BF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주기 · 1회 처리시간 · 월간 처리량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98448" y="8961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자주, 얼마나 오래, 얼마만큼 처리하는가 (대표 예시값)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9E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주기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1~2회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868680" y="3886200"/>
            <a:ext cx="2880360" cy="0"/>
          </a:xfrm>
          <a:prstGeom prst="line">
            <a:avLst/>
          </a:prstGeom>
          <a:noFill/>
          <a:ln w="12700">
            <a:solidFill>
              <a:srgbClr val="D8E0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시즌(상·하반기 공채 +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수시 채용)마다 반복 발생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4256" y="17373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22523B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54296" y="2057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BF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 처리시간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256032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16~48</a:t>
            </a:r>
            <a:r>
              <a:rPr lang="en-US" sz="1800" b="1" dirty="0">
                <a:solidFill>
                  <a:srgbClr val="A1BF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시간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4654296" y="3886200"/>
            <a:ext cx="2880360" cy="0"/>
          </a:xfrm>
          <a:prstGeom prst="line">
            <a:avLst/>
          </a:prstGeom>
          <a:noFill/>
          <a:ln w="12700">
            <a:solidFill>
              <a:srgbClr val="3A6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54296" y="40233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명단 정리·취합 + 일정 배정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수작업까지 포함한 소요시간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9872" y="17373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39912" y="2057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9E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처리량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94192" y="256032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500+</a:t>
            </a:r>
            <a:r>
              <a:rPr lang="en-US" sz="1800" b="1" dirty="0">
                <a:solidFill>
                  <a:srgbClr val="609E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명 / 회</a:t>
            </a:r>
            <a:endParaRPr lang="en-US" sz="5200" dirty="0"/>
          </a:p>
        </p:txBody>
      </p:sp>
      <p:sp>
        <p:nvSpPr>
          <p:cNvPr id="19" name="Shape 17"/>
          <p:cNvSpPr/>
          <p:nvPr/>
        </p:nvSpPr>
        <p:spPr>
          <a:xfrm>
            <a:off x="8439912" y="3886200"/>
            <a:ext cx="2880360" cy="0"/>
          </a:xfrm>
          <a:prstGeom prst="line">
            <a:avLst/>
          </a:prstGeom>
          <a:noFill/>
          <a:ln w="12700">
            <a:solidFill>
              <a:srgbClr val="D8E0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439912" y="40233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 수백 명 · 면접 조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수십 개 규모의 일정 편성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AF1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2960" y="5440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5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 특성  </a:t>
            </a:r>
            <a:r>
              <a:rPr lang="en-US" sz="1150" dirty="0">
                <a:solidFill>
                  <a:srgbClr val="2E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시즌에 업무가 집중되며, 지원자·조직 변동이 잦아 동일 편성을 여러 번 다시 수행 → 실질 투입시간은 표기값보다 커짐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HR 면접일정 자동생성 AI Agent  ·  현행 업무 진단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1BF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발생하는 문제 — 지연 · 오류 · 재작업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98448" y="8961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프로세스에서 반복적으로 나타나는 병목과 리스크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68680" y="185623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18562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1828800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회신 대기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86968" y="2468880"/>
            <a:ext cx="4782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조직의 면접 담당자 선별 회신이 늦어지면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일정 확정이 함께 지연됨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15544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519672" y="185623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19672" y="18562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54112" y="1828800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위반 배정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37960" y="2468880"/>
            <a:ext cx="4782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배정 중 팀 중복·시간 충돌, 학사/석박사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편중, 8타임 초과 등 고려사항 위반 발생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39312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68680" y="3941064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68680" y="39410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913632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일정 재편성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86968" y="4553712"/>
            <a:ext cx="4782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 추가·취소, 조직 변경이 생기면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대부분을 처음부터 다시 편성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99632" y="3639312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519672" y="3941064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19672" y="39410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54112" y="3913632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취합 혼선 · 속인화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537960" y="4553712"/>
            <a:ext cx="4782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취합 과정의 누락·버전 혼선,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경험에 의존해 인수인계가 어려움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HR 면접일정 자동생성 AI Agent  ·  현행 업무 진단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1BF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206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개선됐을 때 기대하는 결과와 판단 기준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98448" y="8961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 도입 후 목표 상태와 성공 여부를 가르는 지표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6235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609E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기대하는 결과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423160"/>
            <a:ext cx="237744" cy="237744"/>
          </a:xfrm>
          <a:prstGeom prst="ellipse">
            <a:avLst/>
          </a:prstGeom>
          <a:solidFill>
            <a:srgbClr val="609E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3317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수립 시간 단축
</a:t>
            </a:r>
            <a:r>
              <a:rPr lang="en-US" sz="11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시간의 수작업 배정을 수 분 내 자동 생성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108960"/>
            <a:ext cx="237744" cy="237744"/>
          </a:xfrm>
          <a:prstGeom prst="ellipse">
            <a:avLst/>
          </a:prstGeom>
          <a:solidFill>
            <a:srgbClr val="609E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3108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0175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자동 검증
</a:t>
            </a:r>
            <a:r>
              <a:rPr lang="en-US" sz="11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중복·시간 충돌·학사/석박사 편중을 자동 방지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3794760"/>
            <a:ext cx="237744" cy="237744"/>
          </a:xfrm>
          <a:prstGeom prst="ellipse">
            <a:avLst/>
          </a:prstGeom>
          <a:solidFill>
            <a:srgbClr val="609E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68680" y="3794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7033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커뮤니케이션 자동화
</a:t>
            </a:r>
            <a:r>
              <a:rPr lang="en-US" sz="11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대상 요청·회신 취합을 시스템이 대행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480560"/>
            <a:ext cx="237744" cy="237744"/>
          </a:xfrm>
          <a:prstGeom prst="ellipse">
            <a:avLst/>
          </a:prstGeom>
          <a:solidFill>
            <a:srgbClr val="609E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43891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대응력 향상
</a:t>
            </a:r>
            <a:r>
              <a:rPr lang="en-US" sz="115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지원자·조직 변동 시 즉시 재편성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1463040"/>
            <a:ext cx="5239512" cy="3657600"/>
          </a:xfrm>
          <a:prstGeom prst="roundRect">
            <a:avLst>
              <a:gd name="adj" fmla="val 2000"/>
            </a:avLst>
          </a:prstGeom>
          <a:solidFill>
            <a:srgbClr val="22523B"/>
          </a:solidFill>
          <a:ln w="12700">
            <a:solidFill>
              <a:srgbClr val="D8E0DB"/>
            </a:solidFill>
            <a:prstDash val="solid"/>
          </a:ln>
          <a:effectLst>
            <a:outerShdw blurRad="88900" dist="38100" dir="5400000" algn="bl" rotWithShape="0">
              <a:srgbClr val="9AA79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675120" y="17373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E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67512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 (KPI)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처리시간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0" y="2423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 이상 단축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20840" y="2971800"/>
            <a:ext cx="4754880" cy="0"/>
          </a:xfrm>
          <a:prstGeom prst="line">
            <a:avLst/>
          </a:prstGeom>
          <a:noFill/>
          <a:ln w="12700">
            <a:solidFill>
              <a:srgbClr val="3A6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720840" y="3081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충족률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0" y="30815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고려사항 100% 충족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20840" y="3630168"/>
            <a:ext cx="4754880" cy="0"/>
          </a:xfrm>
          <a:prstGeom prst="line">
            <a:avLst/>
          </a:prstGeom>
          <a:noFill/>
          <a:ln w="12700">
            <a:solidFill>
              <a:srgbClr val="3A6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20840" y="37398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재작업 횟수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0" y="373989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변경당 재편성 최소화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720840" y="4288536"/>
            <a:ext cx="4754880" cy="0"/>
          </a:xfrm>
          <a:prstGeom prst="line">
            <a:avLst/>
          </a:prstGeom>
          <a:noFill/>
          <a:ln w="12700">
            <a:solidFill>
              <a:srgbClr val="3A6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720840" y="439826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오류율 / 만족도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0" y="439826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 0건 · 담당자 만족도 ↑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20840" y="4946904"/>
            <a:ext cx="4754880" cy="0"/>
          </a:xfrm>
          <a:prstGeom prst="line">
            <a:avLst/>
          </a:prstGeom>
          <a:noFill/>
          <a:ln w="12700">
            <a:solidFill>
              <a:srgbClr val="3A6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C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HR 면접일정 자동생성 AI Agent  ·  현행 업무 진단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1BF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85543-D9F6-435A-4F3B-3644C5DCD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>
            <a:extLst>
              <a:ext uri="{FF2B5EF4-FFF2-40B4-BE49-F238E27FC236}">
                <a16:creationId xmlns:a16="http://schemas.microsoft.com/office/drawing/2014/main" id="{1CB59E03-D022-9C7F-741D-39F1C4F43EC2}"/>
              </a:ext>
            </a:extLst>
          </p:cNvPr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25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1">
            <a:extLst>
              <a:ext uri="{FF2B5EF4-FFF2-40B4-BE49-F238E27FC236}">
                <a16:creationId xmlns:a16="http://schemas.microsoft.com/office/drawing/2014/main" id="{71BDD919-2054-541D-C5B5-AE32D8765B7F}"/>
              </a:ext>
            </a:extLst>
          </p:cNvPr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000" dirty="0"/>
          </a:p>
        </p:txBody>
      </p:sp>
      <p:sp>
        <p:nvSpPr>
          <p:cNvPr id="55" name="Text 2">
            <a:extLst>
              <a:ext uri="{FF2B5EF4-FFF2-40B4-BE49-F238E27FC236}">
                <a16:creationId xmlns:a16="http://schemas.microsoft.com/office/drawing/2014/main" id="{D49DDAA4-BA8C-D63F-3C2A-89AA852EF19D}"/>
              </a:ext>
            </a:extLst>
          </p:cNvPr>
          <p:cNvSpPr/>
          <p:nvPr/>
        </p:nvSpPr>
        <p:spPr>
          <a:xfrm>
            <a:off x="1280160" y="5120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153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결과물 예시</a:t>
            </a:r>
            <a:endParaRPr lang="en-US" sz="27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DC3CDE-8799-D91D-F436-C42678D940F2}"/>
              </a:ext>
            </a:extLst>
          </p:cNvPr>
          <p:cNvSpPr txBox="1"/>
          <p:nvPr/>
        </p:nvSpPr>
        <p:spPr>
          <a:xfrm>
            <a:off x="950685" y="1582340"/>
            <a:ext cx="1042851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>
                <a:latin typeface="+mj-ea"/>
                <a:ea typeface="+mj-ea"/>
              </a:rPr>
              <a:t>면접위원 매칭 에이전트</a:t>
            </a:r>
            <a:r>
              <a:rPr lang="ko-KR" altLang="ko-KR" dirty="0">
                <a:latin typeface="+mj-ea"/>
                <a:ea typeface="+mj-ea"/>
              </a:rPr>
              <a:t> — 지원자의 </a:t>
            </a:r>
            <a:r>
              <a:rPr lang="ko-KR" altLang="ko-KR" dirty="0" err="1">
                <a:latin typeface="+mj-ea"/>
                <a:ea typeface="+mj-ea"/>
              </a:rPr>
              <a:t>직무·기술스택과</a:t>
            </a:r>
            <a:r>
              <a:rPr lang="ko-KR" altLang="ko-KR" dirty="0">
                <a:latin typeface="+mj-ea"/>
                <a:ea typeface="+mj-ea"/>
              </a:rPr>
              <a:t> 면접관의 전문성/과거 면접 이력을 매칭해 "누가 이 지원자를 봐야 </a:t>
            </a:r>
            <a:r>
              <a:rPr lang="ko-KR" altLang="ko-KR" dirty="0" err="1">
                <a:latin typeface="+mj-ea"/>
                <a:ea typeface="+mj-ea"/>
              </a:rPr>
              <a:t>하는가"를</a:t>
            </a:r>
            <a:r>
              <a:rPr lang="ko-KR" altLang="ko-KR" dirty="0">
                <a:latin typeface="+mj-ea"/>
                <a:ea typeface="+mj-ea"/>
              </a:rPr>
              <a:t> 추천. 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ko-KR" b="1" dirty="0">
                <a:latin typeface="+mj-ea"/>
                <a:ea typeface="+mj-ea"/>
              </a:rPr>
              <a:t>지원자 </a:t>
            </a:r>
            <a:r>
              <a:rPr lang="ko-KR" altLang="ko-KR" b="1" dirty="0" err="1">
                <a:latin typeface="+mj-ea"/>
                <a:ea typeface="+mj-ea"/>
              </a:rPr>
              <a:t>안내·리마인더</a:t>
            </a:r>
            <a:r>
              <a:rPr lang="ko-KR" altLang="ko-KR" b="1" dirty="0">
                <a:latin typeface="+mj-ea"/>
                <a:ea typeface="+mj-ea"/>
              </a:rPr>
              <a:t> 에이전트</a:t>
            </a:r>
            <a:r>
              <a:rPr lang="ko-KR" altLang="ko-KR" dirty="0">
                <a:latin typeface="+mj-ea"/>
                <a:ea typeface="+mj-ea"/>
              </a:rPr>
              <a:t> — 확정된 일정을 지원자에게 안내하고, </a:t>
            </a:r>
            <a:r>
              <a:rPr lang="ko-KR" altLang="ko-KR" dirty="0" err="1">
                <a:latin typeface="+mj-ea"/>
                <a:ea typeface="+mj-ea"/>
              </a:rPr>
              <a:t>Webex</a:t>
            </a:r>
            <a:r>
              <a:rPr lang="ko-KR" altLang="ko-KR" dirty="0">
                <a:latin typeface="+mj-ea"/>
                <a:ea typeface="+mj-ea"/>
              </a:rPr>
              <a:t> 링크 발송, </a:t>
            </a:r>
            <a:r>
              <a:rPr lang="ko-KR" altLang="ko-KR" dirty="0" err="1">
                <a:latin typeface="+mj-ea"/>
                <a:ea typeface="+mj-ea"/>
              </a:rPr>
              <a:t>리마인더</a:t>
            </a:r>
            <a:r>
              <a:rPr lang="ko-KR" altLang="ko-KR" dirty="0">
                <a:latin typeface="+mj-ea"/>
                <a:ea typeface="+mj-ea"/>
              </a:rPr>
              <a:t>, 리스케줄 요청 처리, </a:t>
            </a:r>
            <a:r>
              <a:rPr lang="ko-KR" altLang="ko-KR" dirty="0" err="1">
                <a:latin typeface="+mj-ea"/>
                <a:ea typeface="+mj-ea"/>
              </a:rPr>
              <a:t>노쇼</a:t>
            </a:r>
            <a:r>
              <a:rPr lang="ko-KR" altLang="ko-KR" dirty="0">
                <a:latin typeface="+mj-ea"/>
                <a:ea typeface="+mj-ea"/>
              </a:rPr>
              <a:t> 대응까지.</a:t>
            </a:r>
            <a:br>
              <a:rPr lang="en-US" altLang="ko-KR" dirty="0">
                <a:latin typeface="+mj-ea"/>
                <a:ea typeface="+mj-ea"/>
              </a:rPr>
            </a:br>
            <a:endParaRPr lang="en-US" altLang="ko-KR" b="1" dirty="0">
              <a:latin typeface="+mj-ea"/>
              <a:ea typeface="+mj-ea"/>
            </a:endParaRPr>
          </a:p>
          <a:p>
            <a:r>
              <a:rPr lang="ko-KR" altLang="ko-KR" b="1" dirty="0">
                <a:latin typeface="+mj-ea"/>
                <a:ea typeface="+mj-ea"/>
              </a:rPr>
              <a:t>면접 질문 생성 에이전트</a:t>
            </a:r>
            <a:r>
              <a:rPr lang="ko-KR" altLang="ko-KR" dirty="0">
                <a:latin typeface="+mj-ea"/>
                <a:ea typeface="+mj-ea"/>
              </a:rPr>
              <a:t> — JD + 이력서를 넣으면 직무 맞춤 질문 세트와 채점 </a:t>
            </a:r>
            <a:r>
              <a:rPr lang="ko-KR" altLang="ko-KR" dirty="0" err="1">
                <a:latin typeface="+mj-ea"/>
                <a:ea typeface="+mj-ea"/>
              </a:rPr>
              <a:t>루브릭을</a:t>
            </a:r>
            <a:r>
              <a:rPr lang="ko-KR" altLang="ko-KR" dirty="0">
                <a:latin typeface="+mj-ea"/>
                <a:ea typeface="+mj-ea"/>
              </a:rPr>
              <a:t> 생성. 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ko-KR" b="1" dirty="0">
                <a:latin typeface="+mj-ea"/>
                <a:ea typeface="+mj-ea"/>
              </a:rPr>
              <a:t>면접 평가 </a:t>
            </a:r>
            <a:r>
              <a:rPr lang="ko-KR" altLang="ko-KR" b="1" dirty="0" err="1">
                <a:latin typeface="+mj-ea"/>
                <a:ea typeface="+mj-ea"/>
              </a:rPr>
              <a:t>취합·표준화</a:t>
            </a:r>
            <a:r>
              <a:rPr lang="ko-KR" altLang="ko-KR" b="1" dirty="0">
                <a:latin typeface="+mj-ea"/>
                <a:ea typeface="+mj-ea"/>
              </a:rPr>
              <a:t> 에이전트</a:t>
            </a:r>
            <a:r>
              <a:rPr lang="ko-KR" altLang="ko-KR" dirty="0">
                <a:latin typeface="+mj-ea"/>
                <a:ea typeface="+mj-ea"/>
              </a:rPr>
              <a:t> — 면접관마다 </a:t>
            </a:r>
            <a:r>
              <a:rPr lang="ko-KR" altLang="ko-KR" dirty="0" err="1">
                <a:latin typeface="+mj-ea"/>
                <a:ea typeface="+mj-ea"/>
              </a:rPr>
              <a:t>제각각인</a:t>
            </a:r>
            <a:r>
              <a:rPr lang="ko-KR" altLang="ko-KR" dirty="0">
                <a:latin typeface="+mj-ea"/>
                <a:ea typeface="+mj-ea"/>
              </a:rPr>
              <a:t> 평가를 표준 포맷으로 정규화하고, </a:t>
            </a:r>
            <a:r>
              <a:rPr lang="ko-KR" altLang="ko-KR" dirty="0" err="1">
                <a:latin typeface="+mj-ea"/>
                <a:ea typeface="+mj-ea"/>
              </a:rPr>
              <a:t>관대·엄격</a:t>
            </a:r>
            <a:r>
              <a:rPr lang="ko-KR" altLang="ko-KR" dirty="0">
                <a:latin typeface="+mj-ea"/>
                <a:ea typeface="+mj-ea"/>
              </a:rPr>
              <a:t> 편향이나 평가 간 불일치를 탐지해 리포트. 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ko-KR" b="1" dirty="0">
                <a:latin typeface="+mj-ea"/>
                <a:ea typeface="+mj-ea"/>
              </a:rPr>
              <a:t>채용 현황 대시보드 에이전트</a:t>
            </a:r>
            <a:r>
              <a:rPr lang="ko-KR" altLang="ko-KR" dirty="0">
                <a:latin typeface="+mj-ea"/>
                <a:ea typeface="+mj-ea"/>
              </a:rPr>
              <a:t> — 진행 단계별 지원자 수, 병목 구간, 예상 완료일을 자연어 질의로 답하는 분석형 에이전트.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5A3B242-B5DA-8CD2-612A-8EC8A4EEC60C}"/>
              </a:ext>
            </a:extLst>
          </p:cNvPr>
          <p:cNvSpPr txBox="1"/>
          <p:nvPr/>
        </p:nvSpPr>
        <p:spPr>
          <a:xfrm>
            <a:off x="950685" y="5704069"/>
            <a:ext cx="10428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+mj-ea"/>
                <a:ea typeface="+mj-ea"/>
              </a:rPr>
              <a:t>최우수팀 결과에 대해서는 실제 </a:t>
            </a:r>
            <a:r>
              <a:rPr lang="en-US" altLang="ko-KR" b="1" dirty="0">
                <a:solidFill>
                  <a:srgbClr val="FF0000"/>
                </a:solidFill>
                <a:highlight>
                  <a:srgbClr val="FFFF00"/>
                </a:highlight>
                <a:latin typeface="+mj-ea"/>
                <a:ea typeface="+mj-ea"/>
              </a:rPr>
              <a:t>LG</a:t>
            </a:r>
            <a:r>
              <a:rPr lang="ko-KR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+mj-ea"/>
                <a:ea typeface="+mj-ea"/>
              </a:rPr>
              <a:t>전자 내 시스템 </a:t>
            </a:r>
            <a:r>
              <a:rPr lang="en-US" altLang="ko-KR" b="1" dirty="0">
                <a:solidFill>
                  <a:srgbClr val="FF0000"/>
                </a:solidFill>
                <a:highlight>
                  <a:srgbClr val="FFFF00"/>
                </a:highlight>
                <a:latin typeface="+mj-ea"/>
                <a:ea typeface="+mj-ea"/>
              </a:rPr>
              <a:t>Pilot</a:t>
            </a:r>
            <a:r>
              <a:rPr lang="ko-KR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+mj-ea"/>
                <a:ea typeface="+mj-ea"/>
              </a:rPr>
              <a:t> 도입 예정입니다</a:t>
            </a:r>
            <a:r>
              <a:rPr lang="en-US" altLang="ko-KR" b="1" dirty="0">
                <a:solidFill>
                  <a:srgbClr val="FF0000"/>
                </a:solidFill>
                <a:highlight>
                  <a:srgbClr val="FFFF00"/>
                </a:highlight>
                <a:latin typeface="+mj-ea"/>
                <a:ea typeface="+mj-ea"/>
              </a:rPr>
              <a:t>. </a:t>
            </a:r>
            <a:r>
              <a:rPr lang="ko-KR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+mj-ea"/>
                <a:ea typeface="+mj-ea"/>
              </a:rPr>
              <a:t> </a:t>
            </a:r>
            <a:endParaRPr lang="ko-KR" altLang="en-US" dirty="0">
              <a:solidFill>
                <a:srgbClr val="FF0000"/>
              </a:solidFill>
              <a:highlight>
                <a:srgbClr val="FFFF00"/>
              </a:highlight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43763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732</Words>
  <Application>Microsoft Office PowerPoint</Application>
  <PresentationFormat>와이드스크린</PresentationFormat>
  <Paragraphs>136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나눔스퀘어라운드 Bold</vt:lpstr>
      <vt:lpstr>맑은 고딕</vt:lpstr>
      <vt:lpstr>카페24 써라운드</vt:lpstr>
      <vt:lpstr>코트라 볼드체</vt:lpstr>
      <vt:lpstr>Arial</vt:lpstr>
      <vt:lpstr>Office Theme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석우 박</cp:lastModifiedBy>
  <cp:revision>1</cp:revision>
  <dcterms:created xsi:type="dcterms:W3CDTF">2026-07-24T12:27:45Z</dcterms:created>
  <dcterms:modified xsi:type="dcterms:W3CDTF">2026-07-24T12:43:37Z</dcterms:modified>
</cp:coreProperties>
</file>